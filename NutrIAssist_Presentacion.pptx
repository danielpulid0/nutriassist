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NutrIAssist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Asistente Nutricional con IA Multimodal</a:t>
            </a:r>
          </a:p>
          <a:p>
            <a:r>
              <a:t>Proyecto de Tecnologías Emergentes</a:t>
            </a:r>
          </a:p>
        </p:txBody>
      </p:sp>
      <p:pic>
        <p:nvPicPr>
          <p:cNvPr id="4" name="Picture 3" descr="nutriassist_cover_17756591345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Problemática y ODS (2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>
            <a:r>
              <a:t>• Contexto Global: Aumento de obesidad y mala alimentación.</a:t>
            </a:r>
          </a:p>
          <a:p>
            <a:r>
              <a:t>• ODS 3: Salud y Bienestar.</a:t>
            </a:r>
          </a:p>
          <a:p>
            <a:r>
              <a:t>• Problema: El registro manual de comidas es tedioso y propenso a errores.</a:t>
            </a:r>
          </a:p>
          <a:p>
            <a:r>
              <a:t>• Investigación: Deserción del 70% en apps de conteo de calorías tradicionales.</a:t>
            </a:r>
          </a:p>
        </p:txBody>
      </p:sp>
      <p:pic>
        <p:nvPicPr>
          <p:cNvPr id="4" name="Picture 3" descr="nutriassist_ods_health_17756591528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Solución Propuesta (3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Concepto: Asistente conversacional inteligente.</a:t>
            </a:r>
          </a:p>
          <a:p>
            <a:r>
              <a:t>• Valor Diferencial: El 'Aguacate Inteligente' (Mascota guía).</a:t>
            </a:r>
          </a:p>
          <a:p>
            <a:r>
              <a:t>• Multimodalidad: Voz, Imagen y Texto.</a:t>
            </a:r>
          </a:p>
          <a:p>
            <a:r>
              <a:t>• Simplificación: Registro en segundos mediante 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Diseño UX/UI (4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Estética: Premium Glassmorphism.</a:t>
            </a:r>
          </a:p>
          <a:p>
            <a:r>
              <a:t>• Sistema de Diseño: Basado en CSS puro y variables dinámicas.</a:t>
            </a:r>
          </a:p>
          <a:p>
            <a:r>
              <a:t>• Accesibilidad: Comandos de voz para personas con movilidad reducida.</a:t>
            </a:r>
          </a:p>
          <a:p>
            <a:r>
              <a:t>• Micro-interacciones: Feedback visual en tiempo real.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Arquitectura Técnica (3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>
            <a:r>
              <a:t>• Stack: PHP (Backend), MySQL (BD), JavaScript (Frontend).</a:t>
            </a:r>
          </a:p>
          <a:p>
            <a:r>
              <a:t>• Conectividad: Fetch API para integración asíncrona.</a:t>
            </a:r>
          </a:p>
          <a:p>
            <a:r>
              <a:t>• Seguridad: Manejo seguro de API Keys en el servidor.</a:t>
            </a:r>
          </a:p>
          <a:p>
            <a:r>
              <a:t>• Escalabilidad: Estructura modular MVC.</a:t>
            </a:r>
          </a:p>
        </p:txBody>
      </p:sp>
      <p:pic>
        <p:nvPicPr>
          <p:cNvPr id="4" name="Picture 3" descr="nutriassist_tech_architecture_17756591689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Tecnología Emergente (3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>
            <a:r>
              <a:t>• IA: Implementación de Google Gemma API.</a:t>
            </a:r>
          </a:p>
          <a:p>
            <a:r>
              <a:t>• Visión Artificial: Reconocimiento de alimentos por fotos.</a:t>
            </a:r>
          </a:p>
          <a:p>
            <a:r>
              <a:t>• Procesamiento de Voz: Transcripción y TTS (Voz de la IA).</a:t>
            </a:r>
          </a:p>
          <a:p>
            <a:r>
              <a:t>• Razonamiento: Análisis nutricional profundo.</a:t>
            </a:r>
          </a:p>
        </p:txBody>
      </p:sp>
      <p:pic>
        <p:nvPicPr>
          <p:cNvPr id="4" name="Picture 3" descr="nutriassist_emerging_tech_ai_17756591862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Validación con Usuarios (3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Métricas: 90% de precisión en identificación de alimentos.</a:t>
            </a:r>
          </a:p>
          <a:p>
            <a:r>
              <a:t>• Feedback: 'Se siente como hablar con un experto'.</a:t>
            </a:r>
          </a:p>
          <a:p>
            <a:r>
              <a:t>• Iteraciones: Mejora en la velocidad de respuesta de la IA.</a:t>
            </a:r>
          </a:p>
          <a:p>
            <a:r>
              <a:t>• Resultados: SUS Score de 85/100.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Lecciones Aprendidas (2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Retos: Latencia de APIs externas y manejo de audios en web.</a:t>
            </a:r>
          </a:p>
          <a:p>
            <a:r>
              <a:t>• Gestión: Metodologías ágiles y control de versiones.</a:t>
            </a:r>
          </a:p>
          <a:p>
            <a:r>
              <a:t>• Próximos Pasos: App móvil nativa y planes de dieta personalizados por 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